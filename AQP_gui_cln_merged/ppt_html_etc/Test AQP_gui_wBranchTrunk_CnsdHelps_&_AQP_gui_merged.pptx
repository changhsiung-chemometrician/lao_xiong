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2" r:id="rId5"/>
    <p:sldId id="259" r:id="rId6"/>
    <p:sldId id="264" r:id="rId7"/>
    <p:sldId id="265" r:id="rId8"/>
    <p:sldId id="258" r:id="rId9"/>
    <p:sldId id="260" r:id="rId10"/>
    <p:sldId id="257" r:id="rId11"/>
    <p:sldId id="268" r:id="rId12"/>
    <p:sldId id="271" r:id="rId13"/>
    <p:sldId id="272" r:id="rId14"/>
    <p:sldId id="269" r:id="rId15"/>
    <p:sldId id="270" r:id="rId16"/>
    <p:sldId id="267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2" autoAdjust="0"/>
    <p:restoredTop sz="94660"/>
  </p:normalViewPr>
  <p:slideViewPr>
    <p:cSldViewPr snapToGrid="0">
      <p:cViewPr varScale="1">
        <p:scale>
          <a:sx n="89" d="100"/>
          <a:sy n="89" d="100"/>
        </p:scale>
        <p:origin x="1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59E2-E7F5-9DE4-F677-5362DEE8D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8DF3D-C4D7-78E5-9774-62F22D899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6DB09-450D-6873-F85E-3E194D52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6522C-E5A2-FD34-BE9D-B9868609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FD12A-80B9-CF6B-B1D4-6E58C73A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09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E3C5-6CD4-F976-C309-C4DE6747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80AF-7E80-6A8B-02F5-51BD1A51C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52335-0BB0-C22A-97F1-4C82ECC6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57DC0-6AC2-3F0B-0F2A-506C95B7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F4DFF-BB7D-1D60-BF65-CD078307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AFCB-CB90-EF59-6CE5-A7BD558C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1E537-1E32-6863-F5D9-C202E18D6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F076D-D2A0-4B8C-59A5-1B321F50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DF6E7-7359-F15C-E30E-B33D6E60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5FE94-E9C9-4734-7142-C2B0C2B0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0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FEF2-40E9-5B0D-08D8-2989CD7D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2D06A-F2F0-33FA-C778-D5E73B411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C32E0-824C-D189-B610-1CA963A5A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3B4AE-6ED3-21FC-52EA-C58AE775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AC9A2-ABBA-25F9-AA6F-0AA6338E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89806-2B2D-8F52-972D-DC30D41F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8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BEAF-9037-A518-73CB-276ADC3E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D00E5-8628-CACE-C344-39DB03B44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D1B49-127B-7147-D777-9D9B4C68C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E9A75-C0D1-E539-744C-D94B8C75F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7081B-6D7A-E154-465C-AB79265AF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FD50E-5078-FE4D-62D8-834140C6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3DF87-7832-6193-EA28-B7EEF8E0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23B47-BE3E-B28D-76EA-399AE2AF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0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0B3F-C204-5B28-2E43-2EA0D2EB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B8373-5B13-221E-0CE7-CB3C677A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1C40B-3FDB-2462-4A7D-5D861C27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6D2CD-8040-EFE2-577F-B8517381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9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729F5-DFB1-7CF3-C17B-F925DE504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0BAF4-0FC1-E433-6DD5-B311BA4D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B4EE6-6D68-6841-F1DC-D59D7480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A769-DE65-06CE-F79D-BAD85F49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10B6-DBEB-7FCF-9466-DC7BCB05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231E0-1473-4F23-6740-2780986CB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EE25A-7169-BA21-5801-3FA10AFC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B4663-A87E-17C9-DD42-79E3951C0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A01AD-CEB2-FDF6-34A1-583E3DC78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281E-1DBC-C319-6BD8-07221C7E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A619C4-5889-4029-A798-D88F4B3A9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8D3B4-ED12-4C9C-606E-C1F2E7822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ED30D-19AA-9736-56C6-FB71D28F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481B7-4120-8A80-A69B-34D1838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E04C3-F731-D152-2F99-F1273D02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0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8BE6-BAB9-121E-31BE-146637EF8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79734-5505-FECD-5245-02C5C30AA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E6601-50F2-7A39-E4DE-B18531D9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29D0C-870F-4913-EC1E-A1877747D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5FBF1-0CA2-9088-7E96-579DD810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24363-AC01-754E-B61A-EEAC35596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9173B-5DDE-2007-FB32-FBA84809F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AF70E-3765-BBFA-3F82-D5CA1DF93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3D8BD-1185-F781-355D-238A8F86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E4882-5DC6-1CAE-2EAE-FE7B9405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9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6D5FA-5B05-7886-2B82-2CB2C555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C0423-2494-00CF-7062-B6532F483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48FAB-D215-8ECE-0B8D-0144F3DD5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8A38F-8BB2-4080-BBE9-EDF501443E3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A67B8-1646-B9E6-B09B-A248C4F96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3AC40-DBE7-C23D-BDD2-798ABB2EF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0E9F2-9DBA-4F74-A88B-E2CFA8467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A6C8-B961-935E-BD5D-98AA9960F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57098"/>
            <a:ext cx="11998036" cy="2387600"/>
          </a:xfrm>
        </p:spPr>
        <p:txBody>
          <a:bodyPr>
            <a:normAutofit/>
          </a:bodyPr>
          <a:lstStyle/>
          <a:p>
            <a:r>
              <a:rPr lang="en-US" sz="3200" dirty="0"/>
              <a:t>Test </a:t>
            </a:r>
            <a:r>
              <a:rPr lang="en-US" sz="3200" b="1" dirty="0" err="1"/>
              <a:t>AQP_gui_wBranchTrunk_CnsdHelps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4381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B0843-AB6A-17A0-60AC-F8746DE07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63A80-B2E0-D49D-846C-E08FFBE2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9601C-9E0C-AA5E-E6EF-30162A84B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66" y="471027"/>
            <a:ext cx="10527534" cy="615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6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96E4A-8873-032B-42D1-C0A84AE7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D4DC-AE28-F3EC-8912-AA6DEB75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0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29E2-B276-0DA4-21B1-D28A2745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0A9883-2021-6AEE-CC41-CFFEB887D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907"/>
            <a:ext cx="6369050" cy="4997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7F11E9-EA8F-D185-B305-733770411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12907"/>
            <a:ext cx="5947756" cy="538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7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F7E0-2955-0367-A438-D4D37BEBD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963B19-C28D-C4D9-B3B6-7A4A8F1EE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16" y="274321"/>
            <a:ext cx="10781607" cy="658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7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117E-5DC6-4F5F-5179-72D6DC69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B851-2E99-CCDE-F061-710054A0A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4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05EE-2D0F-7555-5158-BD4390CA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28A7CC-8AAD-7334-7863-9B6381ABC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40" y="710507"/>
            <a:ext cx="10712450" cy="565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4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1188-A4E9-670B-F4DC-07885F0F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7752-F197-17FA-C61C-FCE0E1ED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13093-D566-811C-22F2-B6D27D995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193"/>
            <a:ext cx="12192000" cy="645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4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C66C-8A52-4417-5BF9-689C5FF87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A817B2-3091-465A-EA5D-73AD035E4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4" y="234777"/>
            <a:ext cx="10102850" cy="652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81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BE3A-C9D0-2EF7-6B66-1B570980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4145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AQP_gui_</a:t>
            </a:r>
            <a:r>
              <a:rPr lang="en-US" dirty="0" err="1">
                <a:solidFill>
                  <a:srgbClr val="FF0000"/>
                </a:solidFill>
              </a:rPr>
              <a:t>merged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CAA05-C37C-A83D-F8B3-EA2F6C0F7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195" y="1156486"/>
            <a:ext cx="6953607" cy="53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2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8DBA-5A85-92BA-796D-EC1562A1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709D75-9494-252B-8B61-FEE829692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811992"/>
            <a:ext cx="103505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91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A7AA-C0AC-F651-6DB2-F59F97FC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1044C2-6B48-9EDF-1FA6-CD2625EAD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358" y="1042988"/>
            <a:ext cx="6648450" cy="5693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D1FD6E-63C4-EA9D-1E74-2B37DC59C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374" y="1213519"/>
            <a:ext cx="5620039" cy="48452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11EB9E-E7B3-3AB8-3BCA-F9A22CA894CC}"/>
              </a:ext>
            </a:extLst>
          </p:cNvPr>
          <p:cNvSpPr txBox="1"/>
          <p:nvPr/>
        </p:nvSpPr>
        <p:spPr>
          <a:xfrm>
            <a:off x="4664869" y="-19472"/>
            <a:ext cx="72955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/>
              <a:t>AQP_gui_</a:t>
            </a:r>
            <a:r>
              <a:rPr lang="en-US" sz="4400" dirty="0" err="1">
                <a:solidFill>
                  <a:srgbClr val="FF0000"/>
                </a:solidFill>
              </a:rPr>
              <a:t>merged</a:t>
            </a:r>
            <a:endParaRPr lang="en-US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1F149DE-DAAF-FD4B-B3FD-AA421DC30EFA}"/>
              </a:ext>
            </a:extLst>
          </p:cNvPr>
          <p:cNvSpPr/>
          <p:nvPr/>
        </p:nvSpPr>
        <p:spPr>
          <a:xfrm>
            <a:off x="7600951" y="614363"/>
            <a:ext cx="421481" cy="5991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44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F4EE8-91FA-632D-7B29-B2B80DCC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11F1-67A8-23A5-6DC4-4870CB0B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3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4C9B-6CE5-D992-53BD-DA93E0E17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A906-C1E8-9B65-97B8-1BDD42D0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03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2870-059F-E9B8-0AAC-5DF6242D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7A55-9CC6-29DF-8628-0174B62E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3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98D0-CC2E-5971-496F-DF73D825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0F65-8475-9162-FFEE-4FFED464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55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3583-CE7C-B08F-795D-5C05E471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BC65-ED67-2195-D5B2-68B272BA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97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18</Words>
  <Application>Microsoft Office PowerPoint</Application>
  <PresentationFormat>Widescreen</PresentationFormat>
  <Paragraphs>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Test AQP_gui_wBranchTrunk_CnsdHelps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AQP_gui_merged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hsiung</dc:creator>
  <cp:lastModifiedBy>chang hsiung</cp:lastModifiedBy>
  <cp:revision>11</cp:revision>
  <dcterms:created xsi:type="dcterms:W3CDTF">2026-08-25T02:09:08Z</dcterms:created>
  <dcterms:modified xsi:type="dcterms:W3CDTF">2026-08-26T04:08:55Z</dcterms:modified>
</cp:coreProperties>
</file>