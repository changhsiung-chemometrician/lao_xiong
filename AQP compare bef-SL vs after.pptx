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1" r:id="rId9"/>
    <p:sldId id="262" r:id="rId10"/>
    <p:sldId id="259" r:id="rId11"/>
    <p:sldId id="260" r:id="rId12"/>
    <p:sldId id="257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90" d="100"/>
          <a:sy n="90" d="100"/>
        </p:scale>
        <p:origin x="824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F7AC-B468-6A38-2E14-2F8EBFD91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6AE48-8956-B286-60DB-6056EBF8B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414A1-31D5-D832-D7F6-056C4B89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9E391-4C3A-E8F6-D4F3-5C11B5D32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1E3FF-85C8-2BBB-D7DB-E14EB319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2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99081-EBDC-5BF5-086F-1DC093FEC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890BF-0989-0327-9B42-787E06974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BA5AC-F816-F8AF-9E0E-DF6140EA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25FB9-3F50-E90F-1D4C-18D3F8ADC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3511-6F70-51BA-3C3E-A00AFA49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6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D87E-01AF-2A8B-5C1E-D8E938B98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AA71D-4297-0B42-A68A-662EFBB54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6C9E8-B19A-0D58-3FF5-F575849C2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0A948-AB2E-30FE-D235-AF474F643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85E74-E8CA-6D00-551C-49CDFB5B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26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9C44-E7DC-D2FE-7794-CDF30AE5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41F88-FB22-83D1-90D7-590A61FAD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9E68-6ED6-81FE-7E8A-25C115727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B6F8B-1DF8-2266-08BD-7C2733F4A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D9FBA-7646-0B90-D460-D9BE14F3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EBDAC-7B00-628F-BB15-588F1686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1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D6DB-3A1B-D6BB-DEBB-8ED9A8B4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41340-1187-EEF0-2F34-8DF1FC01E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9D63B-16A8-4C67-8E6C-A0C14BD2C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8B8C2-C55C-BA07-5F6A-6DD0A2496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C56CC-979B-1D88-6CE8-A013002E5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3FD78-8FDA-8590-259D-78C1BE88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E3000B-B702-D428-E63E-73F7AAD0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BB988-3879-AC34-2DAC-1D7BABDD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3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B546E-7B12-30C0-9503-C64DD353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CA3A1-F6FA-2CC6-6001-05566FC9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1B5152-C998-9FB8-1028-81D8E949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50B52-7DD3-4EBC-24C1-EE9DD25C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64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32362-9D92-099A-B5BF-1DA9D85B5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31195-07DA-9C1A-5CE3-95B5854A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87EB2-7FED-3871-6B47-09F8CF16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2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9EC4-18C4-2B6F-175C-8AF9383F7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9E29D-1F92-178C-47E0-D1247D4F1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87BAF-F9EF-5683-170B-F89AC4B9D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DA9E0-21A5-C81E-A855-ED1D8367E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00113-4BC0-3D55-4AFA-CC4149B9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9E395-8F2B-4E04-286E-09C0E8BD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7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E774-DB27-8B5C-BFA9-2176BBFD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B8FEA-C68B-1FD6-5285-C3F4A35FD9E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C0A46-182A-87DB-80A7-39C197C98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4B048-26F7-0BC3-7714-79E070E83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64463-50A4-6340-1160-1771B14F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B69E1-580C-E294-DFFC-0EFECDC80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20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2274-787A-86E9-F163-C7358D59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1289B-D7D4-DD34-DA6E-2548A76CB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9780F-F6C0-11B3-914E-36C252707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A1A61-291B-5D96-3FAB-955091534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2BB7-EEB0-600A-F342-BBF8C48C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1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85E1C6-6E40-FBFF-B49B-34D726350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79C04-A914-F3F2-7855-6FA453E1A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F83F2-A71C-2DF2-40AA-D081D3876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26BFD-5F64-3BB3-5D43-69678228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87E7F-03C4-3342-0674-418D9FCA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3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F82037-6254-D4F6-A88B-2C95D6C53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6E8E4-6B59-8E28-DBE0-8F7B98980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10D8B-6F42-132A-563C-D0965AB62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A4BEE-718E-4A2A-8886-44349D83549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1209B-3791-3744-0320-A72EF9096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5A1DD-9A71-4B3F-172F-E2708CD29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8D3BF-804B-4A5A-ABDB-F975B0320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4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A128-DFFF-5E80-1861-C7460B9F49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AQP compare </a:t>
            </a:r>
            <a:r>
              <a:rPr lang="en-US" dirty="0" err="1"/>
              <a:t>bef</a:t>
            </a:r>
            <a:r>
              <a:rPr lang="en-US" dirty="0"/>
              <a:t>-SL vs after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25200-749B-5120-233A-FD06DE6ACF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4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A68D6-0D0A-B160-9B7E-B30FD4BF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A9B28-F4EB-C554-96F7-FF80DAC5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79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Bef</a:t>
            </a:r>
            <a:r>
              <a:rPr lang="en-US" dirty="0"/>
              <a:t>-SL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6A442-50EF-37A5-AA1F-E08E7A1B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068" y="1612540"/>
            <a:ext cx="7753748" cy="502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00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17B10-7930-CCF0-6AE4-A7DF3057B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E527-D158-552C-5D11-70572768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0097"/>
          </a:xfrm>
        </p:spPr>
        <p:txBody>
          <a:bodyPr/>
          <a:lstStyle/>
          <a:p>
            <a:pPr algn="ctr"/>
            <a:r>
              <a:rPr lang="en-US" dirty="0"/>
              <a:t>Aft-SL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D934F-8460-61A9-2B49-78A71A3B8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07" y="1190847"/>
            <a:ext cx="9533860" cy="505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50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A061-F581-B7A6-E0D6-DD356BA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CB45-1566-7831-0E70-AC4CFE1E3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3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C03C-EF00-7F87-0281-E948A80B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44D6-AD32-B78A-B956-493C3885C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84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BB30-65A2-96C6-7312-25918FC3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430E-FCD9-EA80-E819-1529E7AA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8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A01B2-16ED-C542-E559-697C11FE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126FB-03C0-5AD1-9A78-18157D6C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FA5E-7F42-2768-6C75-46EF5384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9515-1410-A82D-F83C-AD65A1698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4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2DDC-956A-C53A-D055-D30F4C31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99BE-164C-C9AE-C6BF-C8EE381A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32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90EF2-6727-56C4-41A0-E794114F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62912-C82A-25E6-D37E-1C7FFDAF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92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70281-EFBD-14A0-9589-06D428FC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72135-F8FD-0AAE-F7FD-36379C15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54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7C10-1BF3-E175-F0BE-7182984C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22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F1250-2B80-04CC-9D87-DAC90DAB6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6471-7385-58B2-AC02-5D64D027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97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</Words>
  <Application>Microsoft Office PowerPoint</Application>
  <PresentationFormat>Widescreen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AQP compare bef-SL vs after</vt:lpstr>
      <vt:lpstr>Bef-SL</vt:lpstr>
      <vt:lpstr>Aft-SL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 hsiung</dc:creator>
  <cp:lastModifiedBy>chang hsiung</cp:lastModifiedBy>
  <cp:revision>6</cp:revision>
  <dcterms:created xsi:type="dcterms:W3CDTF">2026-10-20T02:49:54Z</dcterms:created>
  <dcterms:modified xsi:type="dcterms:W3CDTF">2026-10-20T04:07:56Z</dcterms:modified>
</cp:coreProperties>
</file>